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Aircraft Turbine Maintenance and Overhaul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Ensuring Efficiency, Safety, and Longevity</a:t>
            </a:r>
          </a:p>
          <a:p>
            <a:r>
              <a:t>Your Name | Institution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Aircraft Turbines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What is an aircraft turbine?</a:t>
            </a:r>
          </a:p>
          <a:p>
            <a:r>
              <a:t>- Types: Turbojet, Turbofan, Turboprop, Turboshaft</a:t>
            </a:r>
          </a:p>
          <a:p>
            <a:r>
              <a:t>- Importance in aviation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Basics of Aircraft Turbine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Purpose: Ensures safety, efficiency, and longevity</a:t>
            </a:r>
          </a:p>
          <a:p>
            <a:r>
              <a:t>- Types of Maintenance:</a:t>
            </a:r>
          </a:p>
          <a:p>
            <a:r>
              <a:t>  - Preventive Maintenance</a:t>
            </a:r>
          </a:p>
          <a:p>
            <a:r>
              <a:t>  - Corrective Maintenance</a:t>
            </a:r>
          </a:p>
          <a:p>
            <a:r>
              <a:t>  - Predictive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a Turbine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Compressor</a:t>
            </a:r>
          </a:p>
          <a:p>
            <a:r>
              <a:t>- Combustion Chamber</a:t>
            </a:r>
          </a:p>
          <a:p>
            <a:r>
              <a:t>- Turbine</a:t>
            </a:r>
          </a:p>
          <a:p>
            <a:r>
              <a:t>- Nozzles &amp; Exhaust</a:t>
            </a:r>
          </a:p>
          <a:p/>
          <a:p>
            <a:r>
              <a:t>*Include a labeled diagram of a turbine engine*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Routine Maintenance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Engine Performance Monitoring</a:t>
            </a:r>
          </a:p>
          <a:p>
            <a:r>
              <a:t>- Oil and Lubrication Inspection</a:t>
            </a:r>
          </a:p>
          <a:p>
            <a:r>
              <a:t>- Fuel System Check</a:t>
            </a:r>
          </a:p>
          <a:p>
            <a:r>
              <a:t>- Inspection of Fan Blades and Compressor Stages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 Overhaul – When and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What is an Overhaul?</a:t>
            </a:r>
          </a:p>
          <a:p>
            <a:r>
              <a:t>- Signs an overhaul is needed:</a:t>
            </a:r>
          </a:p>
          <a:p>
            <a:r>
              <a:t>  - Reduced Efficiency</a:t>
            </a:r>
          </a:p>
          <a:p>
            <a:r>
              <a:t>  - High Exhaust Gas Temperature (EGT)</a:t>
            </a:r>
          </a:p>
          <a:p>
            <a:r>
              <a:t>  - Unusual Vibrations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Aircraft Turbine Overhaul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Disassembly of the Engine</a:t>
            </a:r>
          </a:p>
          <a:p>
            <a:r>
              <a:t>2. Inspection of Components</a:t>
            </a:r>
          </a:p>
          <a:p>
            <a:r>
              <a:t>3. Cleaning and Testing</a:t>
            </a:r>
          </a:p>
          <a:p>
            <a:r>
              <a:t>4. Replacement of Damaged Parts</a:t>
            </a:r>
          </a:p>
          <a:p>
            <a:r>
              <a:t>5. Reassembly and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Techniques in Overhaul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Non-Destructive Testing (NDT)</a:t>
            </a:r>
          </a:p>
          <a:p>
            <a:r>
              <a:t>- Computerized Performance Analysis</a:t>
            </a:r>
          </a:p>
          <a:p>
            <a:r>
              <a:t>- 3D Printing for Part Replacement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Turbine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 Costs</a:t>
            </a:r>
          </a:p>
          <a:p>
            <a:r>
              <a:t>- Downtime &amp; Operational Impact</a:t>
            </a:r>
          </a:p>
          <a:p>
            <a:r>
              <a:t>- Regulatory 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Regulations and Safety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FAA, EASA, ICAO Guidelines</a:t>
            </a:r>
          </a:p>
          <a:p>
            <a:r>
              <a:t>- Maintenance Records and Logs</a:t>
            </a:r>
          </a:p>
          <a:p>
            <a:r>
              <a:t>- Importance of Certified Technicians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Turbine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and Predictive Maintenance</a:t>
            </a:r>
          </a:p>
          <a:p>
            <a:r>
              <a:t>- Use of Smart Sensors</a:t>
            </a:r>
          </a:p>
          <a:p>
            <a:r>
              <a:t>- Eco-Friendly Engine Overhaul Techniques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Summary of key points</a:t>
            </a:r>
          </a:p>
          <a:p>
            <a:r>
              <a:t>- Importance of proper maintenance</a:t>
            </a:r>
          </a:p>
          <a:p>
            <a:r>
              <a:t>- Future outlook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“Thank you for your attention! Any questions?”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